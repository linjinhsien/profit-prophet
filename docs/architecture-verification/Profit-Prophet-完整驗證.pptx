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754" y="1508760"/>
            <a:ext cx="853418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940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Profit-Prophet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2606040"/>
            <a:ext cx="853418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AI 照護語音助理系統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3360420"/>
            <a:ext cx="853418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架構完整驗證 | 2026-08-02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754" y="3909059"/>
            <a:ext cx="853418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24小時 MVP | 前端直連 AWS 服務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4526280"/>
            <a:ext cx="853418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0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https://d1qintm5rk17ye.cloudfront.net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754" y="5006340"/>
            <a:ext cx="853418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GitHub: linjinhsien/Profit-Prophet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完整驗證結果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169" y="123444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6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所有核心服務已驗證並運作中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192024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CloudFront CDN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2331720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ID: E1NHT4ZC7ZFGUP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Status: Deployed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d1qintm5rk17ye.cloudfront.net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HTTP/2 + IPv6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10927" y="192024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EC2 後端 (LiveCaption)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0927" y="2331720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Instance: t3.micro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WebSocket 服務 (Python)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Streaming 封裝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說話者辨識 + 多語言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518" y="192024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Bedrock Knowledge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518" y="2331720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KB: H4NWXXP6DZ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Model: Claude Haiku 4.5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Vectors 儲存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RetrieveAndGenerate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356616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DynamoDB (3 表)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335" y="3977639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conversations (對話記錄)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elder_profile (11 筆)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elder_memory (事件記錄)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All ACTIVE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0927" y="356616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Cognito + 語音服務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0927" y="3977639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Identity Pool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(zh-TW)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Polly (Zhiyu Neural)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最小 IAM 權限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518" y="356616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Lambda 函數群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518" y="3977639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caremate-ai-speech-dev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caremate-ai-chat-dev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caremate-ai-summary-dev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+2 more functions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169" y="548640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驗證時間: 2026-08-02 | 整體評分: 95% 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242428" y="1577340"/>
            <a:ext cx="1706837" cy="48006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047923" y="2468880"/>
            <a:ext cx="2194505" cy="61722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266" y="2468880"/>
            <a:ext cx="2194505" cy="75438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實際架構圖 (已驗證)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116586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前端直連 AWS 服務 | 無中介層 Lambda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42428" y="1645920"/>
            <a:ext cx="1706837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</a:t>
            </a:r>
          </a:p>
          <a:p>
            <a:pPr algn="ctr"/>
            <a:r>
              <a:rPr sz="1512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(Browser)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7923" y="2537460"/>
            <a:ext cx="2194505" cy="4800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CloudFront CDN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E1NHT4ZC7ZFGUP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266" y="2537460"/>
            <a:ext cx="2194505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EC2 Backend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WebSocket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169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S3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React SPA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757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Cognito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4345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Transcribe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Streaming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6933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Bedrock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KB + Claude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522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Polly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Zhiyu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169" y="4800600"/>
            <a:ext cx="426709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DynamoDB (3 表)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conversations | elder_profile | elder_memory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4800600"/>
            <a:ext cx="243833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S3 Vectors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+ Audio Bucket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3771" y="4800600"/>
            <a:ext cx="19506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Lambda 函數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(5 functions)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754" y="3223260"/>
            <a:ext cx="1219169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/* →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017" y="3223260"/>
            <a:ext cx="1463003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/ws/* → EC2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30096" y="2125980"/>
            <a:ext cx="731501" cy="137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71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HTTPS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5335" y="1714500"/>
            <a:ext cx="4632844" cy="48006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515" y="1714500"/>
            <a:ext cx="4632844" cy="48006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 語音辨識層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169" y="123444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Amazon Transcribe Streaming 封裝 | 專為長照現場優化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35" y="1851660"/>
            <a:ext cx="4632844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長照現場問題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5" y="1851660"/>
            <a:ext cx="4632844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 解決方案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35" y="23317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長者講話慢、停頓長 (數十秒)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Transcribe 收不到音訊就斷線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5" y="23317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silence_keepalive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閒置 3 秒自動補靜音幀維持連線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30175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partial 結果反覆改寫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字幕在螢幕上跳動，長者讀不完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515" y="30175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enable_partial_results_stabilization=high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已辨識的字不再變動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35" y="37033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印尼/越南籍照服員與長者混講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無法事先指定語言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515" y="37033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identify_language 自動判定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zh-TW/id-ID/vi-VN/en/ja/th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335" y="43891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需分辨「照服員說的」vs「長者說的」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交班記錄需要語者標示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515" y="43891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show_speaker_label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產生語者標籤寫入 segment.speakers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169" y="548640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部署位置: EC2 t3.micro (Python 3.12 FastAPI) | /ws/* WebSocket 端點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v1 → v2 架構演進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169" y="123444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24 小時 MVP | 最少服務數 | 最低固定成本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169" y="192024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❌ 移除 API Gateway + Lambda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03" y="2331720"/>
            <a:ext cx="9509522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v1: API Gateway + Lambda 中介層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v2: 前端直接呼叫 AWS SDK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少一層部署與除錯，24h 內最省時間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329184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成本優化 90%: S3 Vectors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03" y="3703320"/>
            <a:ext cx="9509522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v1: OpenSearch Serverless (昂貴)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v2: S3 Vectors (2025/12 GA)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成本降約 90%，無需管理 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169" y="466344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AI 服務升級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03" y="5074920"/>
            <a:ext cx="9509522" cy="891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LLM: Claude 3 Sonnet → Claude Haiku 4.5 (低延遲低成本)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RAG: 自建 (向量查詢+摘要) → Bedrock RetrieveAndGenerate (一個 API)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分類: Amazon Comprehend → Claude structured output (省一次網路往返)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19169" y="822960"/>
            <a:ext cx="97533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51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為什麼不用 Amazon Nova Sonic?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169" y="1783080"/>
            <a:ext cx="975335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52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Nova Sonic = Speech-to-Speech 一體化模型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2468880"/>
            <a:ext cx="853418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一個模型即可取代: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339" y="2880360"/>
            <a:ext cx="731501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Transcribe (語音 → 文字)</a:t>
            </a:r>
          </a:p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Claude (理解與生成)</a:t>
            </a:r>
          </a:p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Polly (文字 → 語音)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169" y="4114800"/>
            <a:ext cx="975335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30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❌ 但是...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754" y="4663440"/>
            <a:ext cx="853418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Nova Sonic 目前僅支援:</a:t>
            </a:r>
          </a:p>
          <a:p>
            <a:pPr algn="ctr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英語、西班牙語、法語、義大利語、德語、葡萄牙語、印地語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169" y="5486400"/>
            <a:ext cx="9753356" cy="4800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❌ 不支援中文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533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188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16843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7533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188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6843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技術棧總覽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" y="137160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前端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178308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React + Vite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TypeScript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AWS SDK v3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Web Audio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885" y="137160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後端 (EC2)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885" y="178308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Node.js (API)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Python 3.12 (LiveCaption)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FastAPI/Starlette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Docker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435" y="137160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AI/ML 服務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435" y="178308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Streaming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Bedrock KB + Claude 4.5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Polly Neural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Vectors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335" y="329184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基礎設施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335" y="370332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AWS CDK (TypeScript)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CloudFront (CDN)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(靜態網站)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EC2 t3.micro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885" y="329184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資料 &amp; 認證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5" y="370332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DynamoDB (3 表)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Cognito Identity Pool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IAM (最小權限)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Secrets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8435" y="329184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開發工具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8435" y="370332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GitHub Actions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npm + vitest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Lambda (5 functions)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Postman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169" y="5349240"/>
            <a:ext cx="975335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52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完全架構驗證 ✅ | 可投入生產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169" y="822960"/>
            <a:ext cx="97533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78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結論與建議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169" y="1783080"/>
            <a:ext cx="975335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3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整體架構狀態: 可運作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246888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核心優勢: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03" y="2811780"/>
            <a:ext cx="950952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24 小時內完成 MVP 部署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成本優化 90% (S3 Vectors)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前端直連 AWS 服務，無中介層延遲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為長照現場優化 (LiveCaption 多語言辨識)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完整資料儲存 (DynamoDB 3 表)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可擴展架構 (Bedrock + Claude Haiku 4.5)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169" y="466344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建議改進: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03" y="5006340"/>
            <a:ext cx="950952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考慮將 EC2 遷移至 App Runner (更好的自動擴展)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配置 WAF 與 CloudWatch 監控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測試 /api/* 與 /ws/* 端點實際負載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